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BurstaBugün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</a:rPr>
              <a:t>Yeni Nesil Eğitim Fonu Yönetim Platformu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Geleneksel Burs Sistemlerindeki Temel Sorunlar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E11D48"/>
                </a:solidFill>
              </a:rPr>
              <a:t>İzlenebilirlik Kaybı</a:t>
            </a:r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Bağışçı, yardımının kime ve ne zaman ulaştığını göremez.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E11D48"/>
                </a:solidFill>
              </a:rPr>
              <a:t>Ağır Operasyonel Yük</a:t>
            </a:r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Evrak inceleme, referans arama ve mülakatlar zaman tüketir.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E11D48"/>
                </a:solidFill>
              </a:rPr>
              <a:t>Güven Problemi</a:t>
            </a:r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Gerçekten ihtiyacı olan doğru öğrenciye ulaşılıyor mu?</a:t>
            </a:r>
            <a:endParaRPr lang="en-US" sz="2400" dirty="0"/>
          </a:p>
        </p:txBody>
      </p:sp>
      <p:pic>
        <p:nvPicPr>
          <p:cNvPr id="4" name="Image 0" descr="/Users/erhanayyildiz/Desktop/Work/BurstaBugun/public/bursiyer-login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Çözüm: BurstaBugün Eko-Sistemi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400" b="1" dirty="0">
                <a:solidFill>
                  <a:srgbClr val="2563EB"/>
                </a:solidFill>
              </a:rPr>
              <a:t>Tamamen Dijital:</a:t>
            </a:r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 Manuel süreçlere ve Excel tablolarına son.
</a:t>
            </a:r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Şeffaf ve Açık:</a:t>
            </a:r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 Bağışçı, yardımlarının yeşerdiğini saniye saniye izler.
</a:t>
            </a:r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Kapalı Devre ve Güvenli:</a:t>
            </a:r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</a:rPr>
              <a:t> Çift aşamalı dijital onay ve e-devlet uyumlu altyapı.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1. Dinamik 'Bağışçı Merkezli' Fon Yönetimi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Bağışçı kendi fonunu kurar (Örn: Eğitim Meşalesi Fonu).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Bütçe planlamasını, kapasiteyi ve süreyi bağışçı belirler.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Dilerse dostlarına davet yollayarak fonu birlikte büyütebilirler (Ortak Havuz).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2. Merkezi ve Şeffaf Aday Havuzu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Adaylar kurumun formlarına e-devlet bilgileriyle kaydolur.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Onaylı adaylar güvenli 'Bursiyer Havuzu'nda toplanır.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Bağışçılar bu havuza girip, kendi kriterlerine uygun öğrencileri bizzat seçer.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3. Çift Aşamalı Güvenlik: Dijital Referans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Öğrenciler başvuruya mutlaka 2 resmi referans (Muhtar, Akademisyen vb.) ekler.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Sistem, referanslara otomatik E-posta/SMS gönderir.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Referans dijital ortamda onaylayana kadar aday havuza düşmez.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16A34A"/>
                </a:solidFill>
              </a:rPr>
              <a:t>Kurumun saha araştırması yükü sıfırlanır, %100 güven sağlanır.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4. Akıllı Dashboard &amp; Finansal İzlenebilirlik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Bağışçı Modülü: 'Kaç gence ulaştım? Gerçekleşen harcamalarım ne kadar?'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Yönetici Modülü: Tüm fonların, onayların ve para akışının tek ekrandan kontrolü.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Referans Modülü: 'Benim kefil olduğum kaç öğrenci burs alıyor?'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Neden BurstaBugün?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</a:rPr>
              <a:t>Bağışçılarınızı pasif bir kaynaktan, aktif bir 'Fon Yöneticisine' dönüştürün.
</a:t>
            </a:r>
            <a:pPr algn="ctr" indent="0" marL="0">
              <a:buNone/>
            </a:pPr>
            <a:r>
              <a:rPr lang="en-US" sz="2400" b="1" dirty="0">
                <a:solidFill>
                  <a:srgbClr val="93C5FD"/>
                </a:solidFill>
              </a:rPr>
              <a:t>Tam şeffaflık ile güven tazeleyin, sürdürülebilir bağış akışı yaratın.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2026-04-29T17:25:58Z</dcterms:created>
  <dcterms:modified xsi:type="dcterms:W3CDTF">2026-04-29T17:25:58Z</dcterms:modified>
</cp:coreProperties>
</file>